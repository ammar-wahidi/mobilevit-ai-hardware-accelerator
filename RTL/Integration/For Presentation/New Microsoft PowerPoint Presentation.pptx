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BD42E-5449-DF9A-FC30-77F2F3284C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3EEC0-61E7-F0FE-DD42-4A2D072494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4C934-C7F6-647B-C75D-859894AA7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5E9D-3128-49C8-9970-1C94F8534441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9E5EA-CE69-929E-E035-91BD3F35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C0904-BA0B-4191-B916-53AD95196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1B084-915A-436E-9B29-8140D4510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97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52554-9B04-91D3-E329-0B59F9FE0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3F1D4-4536-5800-C94A-2C0B32F97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582B1-F911-4C22-7502-3C7EA6190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5E9D-3128-49C8-9970-1C94F8534441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66D37-D062-6B5E-5EC7-4EAA18676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1AC04-8AEF-A469-3009-5F6F0A055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1B084-915A-436E-9B29-8140D4510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170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324D-E370-C759-9F5E-CA22A3585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550E8-C35A-E267-DB07-D5C6B5B30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F73C9-4C6A-3EED-377D-832A5CF99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5E9D-3128-49C8-9970-1C94F8534441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E2B80-69C7-5932-E6F1-91D1E1FE9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5624E-1533-9612-6AE4-D0C6F3615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1B084-915A-436E-9B29-8140D4510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401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D93D2-444F-080C-4702-621CB3DA3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AE4D8-9FBE-B24D-7733-FF3E524679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AA6C0D-E199-D5C9-76AC-F5473C5453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07A6AB-5017-D70D-481B-8DFF8B625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5E9D-3128-49C8-9970-1C94F8534441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59327B-38FA-8F9B-A2DA-5A45BFC3C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39AAD-1EAC-25EB-CB0E-9996C0461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1B084-915A-436E-9B29-8140D4510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591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BF2AD-C3E4-070D-F10B-0B206075B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62B86B-88EB-3BE4-56FA-D3D6317AF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B478D3-5B97-B489-7413-D0D64D91A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EB977A-B13F-83EC-4DE1-00CFD8027A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C627D-1C88-2B45-3BBE-4ED4B97225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B4E665-9405-5F15-D5FA-6DE54852F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5E9D-3128-49C8-9970-1C94F8534441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50BF67-CB4D-6550-7C6A-387F45F27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4B864F-5C16-AB18-F9F4-AA137B39C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1B084-915A-436E-9B29-8140D4510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75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D786B-1659-69A9-DA7D-3A35EF2BD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CF3B86-3105-70E9-F22F-BCCB3431E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5E9D-3128-49C8-9970-1C94F8534441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E2FFB-F052-686A-92A6-84E6DEA8A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7C131A-9D9A-E2BD-B041-9354B4473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1B084-915A-436E-9B29-8140D4510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526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F3749F-9D24-98E1-4A05-C7698DD7E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5E9D-3128-49C8-9970-1C94F8534441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5E8224-7869-F1F8-0AEC-1BCA17063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E9004-7256-B7F0-F36D-B6B169218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1B084-915A-436E-9B29-8140D4510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37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58DE6-2BFB-87C8-28DB-BA5A47F43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18D98-340B-972E-7A96-93470B627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B286C6-7501-7DAC-B896-0BE7AB96D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3F98C-58F5-2467-4E95-BD5B3CA38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5E9D-3128-49C8-9970-1C94F8534441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ED6EE0-F53F-8FE8-C9C3-2E077B71E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E2C2D-21CA-6F5E-61FA-86B919ACA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1B084-915A-436E-9B29-8140D4510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541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45A0B-6815-82C7-4CD0-6A8743CA9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57AB24-3E24-3474-F715-55E7A4D68F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881406-B8FE-5879-AF2A-2D789C2F6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CCFD7-C6B2-65F2-C25B-BD80699E9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5E9D-3128-49C8-9970-1C94F8534441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4E580F-1F52-0E1E-599E-87E33B8C2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6E9BEA-1C44-24B4-B0B6-5F58ADCB1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1B084-915A-436E-9B29-8140D4510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2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968D0-6375-7E2F-5AC6-F9CA00566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30EAD8-D395-CEE1-6507-FA8B305CA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C31DD-16CC-B9DE-C4C6-652CC9E28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5E9D-3128-49C8-9970-1C94F8534441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D5472-289F-34D2-D451-92FE7EEDD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C65FB-232C-AEC6-0DDA-29A20F3FC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1B084-915A-436E-9B29-8140D4510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79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D07A9A-A9FE-377F-7CC1-37ED6F8696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D1FA21-4485-24E3-AF18-21A2F0E907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CEB5F-D12D-99BC-B196-4B4D0AD40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5E9D-3128-49C8-9970-1C94F8534441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59DDB-6341-3C04-74AD-855A98D93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469ED-7487-F8C9-92AC-45718D25D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1B084-915A-436E-9B29-8140D4510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46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EC497F-2799-DAA1-5395-1140D000C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02A175-E65E-DBCA-3121-6338F9362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FE7D0-D74C-2EE2-9542-98DBAD2B7C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EB5E9D-3128-49C8-9970-1C94F8534441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1C84C-5464-3A87-AC29-5A120380D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BCC28-3203-F7CD-B8E4-2A8FC75F67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A1B084-915A-436E-9B29-8140D4510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382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001FF2-E868-8BCE-EBAB-FE9493441397}"/>
              </a:ext>
            </a:extLst>
          </p:cNvPr>
          <p:cNvSpPr/>
          <p:nvPr/>
        </p:nvSpPr>
        <p:spPr>
          <a:xfrm>
            <a:off x="3667432" y="1307690"/>
            <a:ext cx="4011562" cy="185829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Batch Norm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624E761-EDA4-3F26-1370-5017340FEA19}"/>
              </a:ext>
            </a:extLst>
          </p:cNvPr>
          <p:cNvCxnSpPr>
            <a:cxnSpLocks/>
          </p:cNvCxnSpPr>
          <p:nvPr/>
        </p:nvCxnSpPr>
        <p:spPr>
          <a:xfrm>
            <a:off x="1750142" y="1543665"/>
            <a:ext cx="19369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217E4D6-EAD0-595F-EB18-6B1007A61578}"/>
              </a:ext>
            </a:extLst>
          </p:cNvPr>
          <p:cNvCxnSpPr>
            <a:cxnSpLocks/>
          </p:cNvCxnSpPr>
          <p:nvPr/>
        </p:nvCxnSpPr>
        <p:spPr>
          <a:xfrm>
            <a:off x="1735393" y="1843549"/>
            <a:ext cx="19369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5067A58-7483-522D-219D-3DF186EEC83D}"/>
              </a:ext>
            </a:extLst>
          </p:cNvPr>
          <p:cNvCxnSpPr>
            <a:cxnSpLocks/>
          </p:cNvCxnSpPr>
          <p:nvPr/>
        </p:nvCxnSpPr>
        <p:spPr>
          <a:xfrm>
            <a:off x="1735394" y="2177846"/>
            <a:ext cx="19369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C66984B-4A1B-0664-DFE1-C28B6B711C21}"/>
              </a:ext>
            </a:extLst>
          </p:cNvPr>
          <p:cNvCxnSpPr>
            <a:cxnSpLocks/>
          </p:cNvCxnSpPr>
          <p:nvPr/>
        </p:nvCxnSpPr>
        <p:spPr>
          <a:xfrm>
            <a:off x="1755058" y="2590800"/>
            <a:ext cx="19369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CDD9BE6-E889-CBCA-138A-A3F4295347B4}"/>
              </a:ext>
            </a:extLst>
          </p:cNvPr>
          <p:cNvSpPr txBox="1"/>
          <p:nvPr/>
        </p:nvSpPr>
        <p:spPr>
          <a:xfrm>
            <a:off x="1691149" y="1238865"/>
            <a:ext cx="1809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in_row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427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مصطفى محمد فرحان الخضرى</dc:creator>
  <cp:lastModifiedBy>مصطفى محمد فرحان الخضرى</cp:lastModifiedBy>
  <cp:revision>1</cp:revision>
  <dcterms:created xsi:type="dcterms:W3CDTF">2026-04-11T18:23:37Z</dcterms:created>
  <dcterms:modified xsi:type="dcterms:W3CDTF">2026-04-11T18:46:56Z</dcterms:modified>
</cp:coreProperties>
</file>